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2"/>
  </p:sldMasterIdLst>
  <p:sldIdLst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Master" Target="slideMasters/slideMaster1.xml" Id="DeterministicId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Deterministic!</a:t>
            </a:r>
          </a:p>
        </p:txBody>
      </p:sp>
    </p:spTree>
  </p:cSld>
</p:sld>
</file>